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Manufacturing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Process Optimization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Acrylic Adhesive &amp; Specialty Tape Manufacturing Facility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8046720" cy="1280160"/>
          </a:xfrm>
          <a:prstGeom prst="roundRect">
            <a:avLst>
              <a:gd name="adj" fmla="val 5714"/>
            </a:avLst>
          </a:prstGeom>
          <a:solidFill>
            <a:srgbClr val="1225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429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 Anuraj Kumar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25scs1003001412  |  Branch: B.Tech CSE  |  Batch: 2CSE7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University, Greater Noida (Knowledge Park 2)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D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Company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Introduction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14173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leading manufacturer of acrylic adhesives, specialty tapes, and industrial films. The facility specializes in high-precision coating, laminating, and converting processes serving packaging, electronics, and automotive sectors.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&amp; Services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30175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Acrylic Adhesive Coating &amp; Tapes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Film Conversion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Protective &amp; Packaging Films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Industrial Solutions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0515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188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0" y="1463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F5, Block F, Surajpur Site 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Noida, Uttar Pradesh 201312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1400" dirty="0"/>
          </a:p>
        </p:txBody>
      </p:sp>
      <p:pic>
        <p:nvPicPr>
          <p:cNvPr id="12" name="Image 1" descr="/home/workdir/attachments/100013533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2697480"/>
            <a:ext cx="39319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D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Objectives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97280"/>
            <a:ext cx="109728" cy="86868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71600" y="1234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Manufacturing Processes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hands-on knowledge of adhesive coating, film conversion, and production workflows.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0574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057400"/>
            <a:ext cx="109728" cy="86868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371600" y="2194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 Making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496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Excel and analytical tools to track production metrics and identify inefficiencies.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301752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017520"/>
            <a:ext cx="109728" cy="86868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71600" y="3154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Optimization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3456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solve real-world problems such as material wastage on the shop floor.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39776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3977640"/>
            <a:ext cx="109728" cy="86868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4160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371600" y="4114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Exposure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4416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across Sales &amp; Marketing, Operations, and Quality to build holistic business understanding.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D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&amp; Area of Work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3258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research, customer outreach, and product positioning support.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4612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258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8328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38328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data tracking, KPI dashboards, and trend analysis.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126480" y="10972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3258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Handling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26364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spreadsheets for inventory, wastage logs, and reporting.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6576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31546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29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Mgmt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029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support and digital presence enhancement for the brand.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324612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154680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38328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Listing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338328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Cataloging SKUs, specifications, and technical data sheets.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6126480" y="292608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3154680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26364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Improvement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626364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Shop-floor observation and continuous improvement initiatives.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D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Responsibilities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Tasks Performed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164592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 production line data and logged key metrics in Excel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 in inventory tracking of raw materials and finished goods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sales team with product specifications and listings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coating and winding machine operations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daily and weekly reports for supervisors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with quality and production teams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9204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Collaboration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92040" y="164592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closely with production supervisors and machine operators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Participated in daily standup meetings and shift handovers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Collaborated with marketing on product photography &amp; content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data collection for continuous improvement projects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Mentored by senior engineers on process and quality standards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projects with packaging and dispatch teams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D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Done During Internship</a:t>
            </a:r>
            <a:endParaRPr lang="en-US" sz="2600" dirty="0"/>
          </a:p>
        </p:txBody>
      </p:sp>
      <p:pic>
        <p:nvPicPr>
          <p:cNvPr id="5" name="Image 1" descr="/home/workdir/attachments/1000135300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1051560"/>
            <a:ext cx="4206240" cy="2377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09160" y="105156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892040" y="1161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Data Analysis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892040" y="14356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Excel trackers for daily output, downtime, and material consumption across coating lines.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09160" y="20116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892040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Wastage Reduction Project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92040" y="23957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root causes of printing material wastage and implemented a multi-die solution.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09160" y="29718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892040" y="3081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 Support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92040" y="33558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technical listings and assisted in creating accurate product data for customers.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09160" y="39319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92040" y="4041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Shop-Floor Observation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92040" y="43159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process flows for adhesive coating, winding, and converting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D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Solved: Material Wastage Reduction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188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508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wastage of printing material was observed during production runs due to inefficient die usage and frequent changeovers, leading to higher costs and material loss.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/>
        </p:spPr>
      </p:sp>
      <p:sp>
        <p:nvSpPr>
          <p:cNvPr id="9" name="Text 6"/>
          <p:cNvSpPr/>
          <p:nvPr/>
        </p:nvSpPr>
        <p:spPr>
          <a:xfrm>
            <a:off x="4892040" y="1188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92040" y="1508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a six-die configuration system that optimized material usage, reduced changeover time, and minimized scrap generation during printing and coating operations.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to the Company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0040" y="34290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0040" y="3566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11480" y="4023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Wastage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" y="4343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reduction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14600" y="34290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514600" y="3566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606040" y="4023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Efficiency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606040" y="4343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changeovers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34290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709160" y="3566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800600" y="4023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00600" y="4343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scrap costs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03720" y="342900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903720" y="35661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995160" y="40233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Consistency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995160" y="4343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output control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D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 Used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51560"/>
            <a:ext cx="109728" cy="1828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Excel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formulas &amp; pivot tables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 &amp; dashboards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Wastage tracking sheets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KPI reports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109728" cy="1828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6459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identification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capability insights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reporting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" y="30175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3017520"/>
            <a:ext cx="109728" cy="1828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Platforms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60" y="36118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planning support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showcase posts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tracking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consistency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30175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3017520"/>
            <a:ext cx="109728" cy="18288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Shop-Floor Tools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29200" y="36118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parameter logs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 sheets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systems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D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Learned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371600" y="128016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1353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Effectively coordinated with operators, supervisors, and cross-functional teams on the shop floor.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28016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0" y="1353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Teamwork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83280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Collaborated on multi-department projects and daily production targets.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109728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23760" y="128016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17" name="Text 14"/>
          <p:cNvSpPr/>
          <p:nvPr/>
        </p:nvSpPr>
        <p:spPr>
          <a:xfrm>
            <a:off x="7223760" y="13533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0936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2240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structured thinking to identify and reduce material wastage using the six-die approach.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" y="29718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371600" y="315468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2" name="Text 19"/>
          <p:cNvSpPr/>
          <p:nvPr/>
        </p:nvSpPr>
        <p:spPr>
          <a:xfrm>
            <a:off x="1371600" y="3227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7200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Transformed raw production data into actionable insights using Excel and analytical methods.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46120" y="29718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97680" y="315468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27" name="Text 24"/>
          <p:cNvSpPr/>
          <p:nvPr/>
        </p:nvSpPr>
        <p:spPr>
          <a:xfrm>
            <a:off x="4297680" y="3227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Knowledge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383280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Gained deep understanding of adhesive coating, converting, and quality control processes.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72200" y="29718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223760" y="3154680"/>
            <a:ext cx="502920" cy="50292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2" name="Text 29"/>
          <p:cNvSpPr/>
          <p:nvPr/>
        </p:nvSpPr>
        <p:spPr>
          <a:xfrm>
            <a:off x="7223760" y="3227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09360" y="3794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Professionalism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309360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Adapted to industrial work culture, safety protocols, and deadline-driven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D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 &amp; How I Overcame Them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51560"/>
            <a:ext cx="9144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61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Understanding complex machinery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4904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Spent extra time observing operators and asking detailed questions during shifts.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01168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2011680"/>
            <a:ext cx="9144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1214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Data inconsistency across logs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24505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Standardized Excel templates and introduced simple validation checks.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" y="297180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971800"/>
            <a:ext cx="9144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081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Fast-paced production environment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" y="34107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Prioritized tasks, maintained daily checklists, and adapted quickly to shift schedules.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" y="393192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" y="3931920"/>
            <a:ext cx="9144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40416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Technical terminology gap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4360" y="4370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Created a personal glossary and cross-referenced with process documentation.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D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Outcome &amp; Factory Insights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Gained practical exposure to industrial manufacturing processes and quality systems.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contributed to a measurable reduction in printing material wastage.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strong analytical and problem-solving skills applicable to real operations.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confidence in working within a professional industrial environment.</a:t>
            </a:r>
            <a:endParaRPr lang="en-US" sz="1400" dirty="0"/>
          </a:p>
        </p:txBody>
      </p:sp>
      <p:pic>
        <p:nvPicPr>
          <p:cNvPr id="6" name="Image 1" descr="/home/workdir/attachments/1000135298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2560320"/>
            <a:ext cx="2743200" cy="2194560"/>
          </a:xfrm>
          <a:prstGeom prst="rect">
            <a:avLst/>
          </a:prstGeom>
        </p:spPr>
      </p:pic>
      <p:pic>
        <p:nvPicPr>
          <p:cNvPr id="7" name="Image 2" descr="/home/workdir/attachments/1000135306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00400" y="2560320"/>
            <a:ext cx="2743200" cy="2194560"/>
          </a:xfrm>
          <a:prstGeom prst="rect">
            <a:avLst/>
          </a:prstGeom>
        </p:spPr>
      </p:pic>
      <p:pic>
        <p:nvPicPr>
          <p:cNvPr id="8" name="Image 3" descr="/home/workdir/attachments/8b2a6f2b-eedd-4508-9b20-c6ed8c404a32-1_all_18951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80760" y="2560320"/>
            <a:ext cx="27432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3D9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Acknowledgement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Experience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14630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internship provided an invaluable opportunity to bridge academic knowledge with real-world industrial practices. From understanding complex coating machinery to solving a tangible wastage problem using a six-die solution, every day contributed to my professional growth. The experience has strengthened my analytical mindset, teamwork abilities, and readiness for future challenges in manufacturing and operations.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" y="338328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977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providing a structured internship and real project ownership.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338328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83280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Mentor &amp; Supervisors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0" y="3977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continuous guidance, patience, and constructive feedback.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338328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3566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Faculty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3977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encouraging industry exposure and academic support.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3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2743200" cy="0"/>
          </a:xfrm>
          <a:prstGeom prst="line">
            <a:avLst/>
          </a:prstGeom>
          <a:noFill/>
          <a:ln w="25400">
            <a:solidFill>
              <a:srgbClr val="00A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forward to your feedback and discussion.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Anuraj Kumar  •  B.Tech CSE  •  2CSE7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IILM University, Greater Noida (Knowledge Park 2)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Report - Anuraj Kumar</dc:title>
  <dc:subject>Company Internship Presentation</dc:subject>
  <dc:creator>Anuraj Kumar</dc:creator>
  <cp:lastModifiedBy>Anuraj Kumar</cp:lastModifiedBy>
  <cp:revision>1</cp:revision>
  <dcterms:created xsi:type="dcterms:W3CDTF">2026-08-14T11:01:23Z</dcterms:created>
  <dcterms:modified xsi:type="dcterms:W3CDTF">2026-08-14T11:01:23Z</dcterms:modified>
</cp:coreProperties>
</file>